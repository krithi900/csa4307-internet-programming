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78" r:id="rId5"/>
    <p:sldId id="263" r:id="rId6"/>
    <p:sldId id="265" r:id="rId7"/>
    <p:sldId id="279" r:id="rId8"/>
    <p:sldId id="280" r:id="rId9"/>
    <p:sldId id="281" r:id="rId10"/>
    <p:sldId id="270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447" autoAdjust="0"/>
  </p:normalViewPr>
  <p:slideViewPr>
    <p:cSldViewPr snapToGrid="0">
      <p:cViewPr>
        <p:scale>
          <a:sx n="58" d="100"/>
          <a:sy n="58" d="100"/>
        </p:scale>
        <p:origin x="9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D0A14-AD6E-42A2-9CC4-1855A30BB21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39C2A-00C9-46C6-BE05-13B0B20D69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38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B9BC-46CD-3957-08E9-1A92E4D4D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34430-0E9B-CAAE-1F28-35E2BE33F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9A0D-A7CB-7334-A213-D6B39EAF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F734C-6E0A-1324-8F54-8AE90BE6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653AD-EFBF-25A1-05A6-7F379F96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13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74C1-1988-F27D-D53C-78878F01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BD42F-7FB8-FEA1-6744-0DCF3A3E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FDE84-6CA6-E19C-6D34-C1E7E747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8672C-0795-DF6F-C426-8637751D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5D17D-B0CE-DB08-557B-3B59945C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36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2941-F38B-6437-771B-7A032A65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035A4-B013-CCCB-DB28-0A83DBFC6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5228D-AD98-A9CB-8DEB-3AF9B27A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DFDBC-DCA7-1ED9-AB2A-86698908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5ECB5-5B4F-EF5D-A7D2-68B0E53F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7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40A6-5FA5-3209-D8C2-51FB786E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20C22-ED7A-0223-85FC-0F20EB314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530E0-2C39-C0BA-316A-16BA3982A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F83DF-96BC-3D4F-DBDC-A32847A7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C66EC-098E-61E5-143A-F7D61BC8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176B0-32C8-B823-460B-87AABC1DA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18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FBCB-2414-90A9-C983-A90755D6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38495-3C97-0A90-51F4-95E8D032D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8F5C9-2C43-0353-C9D2-74A56937C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80381-5691-4A2D-479C-24A33A345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CC3CE-74B7-72D9-63BF-C48AFB2AF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442FF-C04A-6CF4-B759-13243D2B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502837-7BD1-AF28-22F0-60971F0C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BA48C-ED49-B3DF-221C-421F6B61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962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76759-AD2A-64DD-E4D8-B2D250E3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5DD8B-BAAB-8B1D-62F6-ED9EB309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F83B6C-532B-2EED-91B1-8418B1EC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79735-E612-6D1A-804E-C465AFD3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1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B9BB4-12A5-27BA-762B-A91E1F4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77CB1-7181-3F73-ADCF-F4485C67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6C724-E69E-BB49-0023-E566E84D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40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5088-ED06-7359-CA74-00BB3F85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10B22-5015-3679-E019-E7FFADBD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4BD4E-A702-3579-5B5B-BD38238C0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6A0E2-680D-E630-2CB6-7A31E00F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155AF-0F0B-EE4E-5266-19B128C3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92775-71E3-CBD6-1349-AD09F889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16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FB52-DB29-2957-6E49-EEB4BED3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78D52-DD7C-D00B-0800-CB855D557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9BC1F-2192-C62E-2104-FF0216A75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39698-D373-0F95-6C96-F57CA31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180B5-0F73-4D44-3393-4B2D47D3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7F21A-D26B-AB8F-FE1E-478EBBB8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02A2-1604-F305-A9E8-3133ACF5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EAC01-41DD-C3D4-1850-3E3F88BB8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E1328-49C2-5B8E-FD6E-6AA33231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2A8E-64B8-9C8A-1CCA-7E7A20A3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959B9-35B5-B167-40C8-75579FCC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5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B148B-17D3-E00D-9E70-BA25032EA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B5D49-EE56-A46F-A4DB-4B43F9F8D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F6930-5234-8007-4FC6-6FFC69439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15237-BB95-ED35-8204-6977CDAD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C99A3-71BE-FA66-B9EB-ACC81EED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76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6A2FB-07FE-A16F-1777-6775F8A59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CE3D1-943B-DD09-1807-D2FF9A913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DEEDC-187F-A5FC-EBB0-84370B6A9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F1A55-8473-4182-8C58-5CCB251F43D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E8960-A245-5EC5-53BF-EE99D6E4C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6B1AF-AF55-E061-230C-C9E8FBFF0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146B0-5C36-487C-94BF-B86EA38C1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07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8300720" y="4818567"/>
            <a:ext cx="3529590" cy="141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</a:p>
          <a:p>
            <a:pPr marL="0" lvl="0" indent="0">
              <a:spcBef>
                <a:spcPts val="0"/>
              </a:spcBef>
              <a:buClr>
                <a:srgbClr val="0C0C0C"/>
              </a:buClr>
              <a:buSzPts val="2600"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Krithi J S(192311262)</a:t>
            </a:r>
            <a:b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652445" y="4818567"/>
            <a:ext cx="3014006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Dr.V</a:t>
            </a:r>
            <a:r>
              <a:rPr lang="en-US" sz="2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.Parthipan</a:t>
            </a:r>
            <a:endParaRPr lang="en-US"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319100" y="2956574"/>
            <a:ext cx="1009145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vs POST Method Evaluation in Web Applications</a:t>
            </a:r>
            <a:endParaRPr lang="en-US" sz="32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544445" y="386715"/>
            <a:ext cx="6684396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TECHNICAL SCIENCES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93;p13">
            <a:extLst>
              <a:ext uri="{FF2B5EF4-FFF2-40B4-BE49-F238E27FC236}">
                <a16:creationId xmlns:a16="http://schemas.microsoft.com/office/drawing/2014/main" id="{2103D122-A75B-46D4-D990-9111A6FEA80F}"/>
              </a:ext>
            </a:extLst>
          </p:cNvPr>
          <p:cNvSpPr txBox="1"/>
          <p:nvPr/>
        </p:nvSpPr>
        <p:spPr>
          <a:xfrm>
            <a:off x="2544445" y="1799072"/>
            <a:ext cx="704182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CO3-AT2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presentation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1785472" y="6691041"/>
            <a:ext cx="10992600" cy="51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80600" y="1818535"/>
            <a:ext cx="10787069" cy="53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99" name="Google Shape;99;p1"/>
          <p:cNvSpPr txBox="1"/>
          <p:nvPr/>
        </p:nvSpPr>
        <p:spPr>
          <a:xfrm>
            <a:off x="4071553" y="722971"/>
            <a:ext cx="3405161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91;p13">
            <a:extLst>
              <a:ext uri="{FF2B5EF4-FFF2-40B4-BE49-F238E27FC236}">
                <a16:creationId xmlns:a16="http://schemas.microsoft.com/office/drawing/2014/main" id="{DA1AE858-E924-DB90-BB4A-6B5977E734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63654E36-9845-53EF-5ADD-7BABD000CF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8CB7D5E-E456-D55A-739D-3C8484D1C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00" y="1917331"/>
            <a:ext cx="1169125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HTTP (Hypertext Transfer Protocol) is a communication protocol that allows web browsers and web servers to exchange information.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GET and POST are HTTP methods used to send requests from a browser to a web server.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GET Method: It is mainly used to retrieve information from a server, such as searching for products or viewing web pages.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POST Method: It is mainly used to submit data to a server for processing, such as registering an account or submitting an online application.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Importance: Both methods play an important role in web development by enabling communication between users and server-side programs such as Java Servlets.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is used when searching for a laptop on an online shopping website, whereas POST is used when submitting a student registration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385070" y="519448"/>
            <a:ext cx="303686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METHOD</a:t>
            </a:r>
          </a:p>
        </p:txBody>
      </p:sp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A224FC2C-6EB4-69B1-65AB-F351BC8E15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2568" y="51944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1;p13">
            <a:extLst>
              <a:ext uri="{FF2B5EF4-FFF2-40B4-BE49-F238E27FC236}">
                <a16:creationId xmlns:a16="http://schemas.microsoft.com/office/drawing/2014/main" id="{A0F6AF85-C353-958A-CDD4-B52E976287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9317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2A337E-47D6-3C84-AE42-4A18D5E8E632}"/>
              </a:ext>
            </a:extLst>
          </p:cNvPr>
          <p:cNvSpPr txBox="1"/>
          <p:nvPr/>
        </p:nvSpPr>
        <p:spPr>
          <a:xfrm>
            <a:off x="425924" y="1862332"/>
            <a:ext cx="113401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Definition: The GET method is an HTTP request method used to retrieve information from a web server.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Transmission: The submitted data is usually added to the URL as query parameters.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Visibility: The query parameters are visible in the browser's address bar and may be stored in browser history or server logs.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Advantages: GET requests can often be bookmarked, shared, and cached, making them suitable for retrieving information.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Applications: It is commonly used for searching products, filtering results, viewing articles, and retrieving web pages.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user searches for a laptop on an e-commerce website, the browser sends a GET request to the server, which returns the relevant search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13F2CD45-4ACB-854F-661A-3904361F0E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2588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1;p13">
            <a:extLst>
              <a:ext uri="{FF2B5EF4-FFF2-40B4-BE49-F238E27FC236}">
                <a16:creationId xmlns:a16="http://schemas.microsoft.com/office/drawing/2014/main" id="{159B0CAB-98A1-6A5C-24F4-C39AE9A47D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1886" y="47565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5;p3">
            <a:extLst>
              <a:ext uri="{FF2B5EF4-FFF2-40B4-BE49-F238E27FC236}">
                <a16:creationId xmlns:a16="http://schemas.microsoft.com/office/drawing/2014/main" id="{08C87212-CD67-FF93-4C99-9536C217388D}"/>
              </a:ext>
            </a:extLst>
          </p:cNvPr>
          <p:cNvSpPr txBox="1"/>
          <p:nvPr/>
        </p:nvSpPr>
        <p:spPr>
          <a:xfrm>
            <a:off x="4142342" y="85713"/>
            <a:ext cx="450589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POST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30ACD-0A1A-7548-E642-C5C632E318E9}"/>
              </a:ext>
            </a:extLst>
          </p:cNvPr>
          <p:cNvSpPr txBox="1"/>
          <p:nvPr/>
        </p:nvSpPr>
        <p:spPr>
          <a:xfrm>
            <a:off x="295143" y="1399894"/>
            <a:ext cx="1160171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POST method is an HTTP request method used to submit data to a web server for processing.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submitted form data is usually sent in the HTTP request body rather than being added to the URL.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submitted data does not normally appear in the browser's address bar. However, POST alone does not provide security or encryption.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 supports submitting form data, uploading files, and sending larger amounts of information, subject to server and application limits.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commonly used for student registration, login forms, online applications, contact forms, and file uploads.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 sends the student's details to the web server using a POST request. The server validates the information and processes the registration.</a:t>
            </a:r>
          </a:p>
        </p:txBody>
      </p:sp>
    </p:spTree>
    <p:extLst>
      <p:ext uri="{BB962C8B-B14F-4D97-AF65-F5344CB8AC3E}">
        <p14:creationId xmlns:p14="http://schemas.microsoft.com/office/powerpoint/2010/main" val="39678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/>
        </p:nvSpPr>
        <p:spPr>
          <a:xfrm>
            <a:off x="3530041" y="592386"/>
            <a:ext cx="448566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GET </a:t>
            </a:r>
          </a:p>
        </p:txBody>
      </p:sp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79C2726E-1B3C-89D0-991B-98823DEBD9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3074" y="32850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1;p13">
            <a:extLst>
              <a:ext uri="{FF2B5EF4-FFF2-40B4-BE49-F238E27FC236}">
                <a16:creationId xmlns:a16="http://schemas.microsoft.com/office/drawing/2014/main" id="{753B7819-5DC8-4656-8AFB-ADC0415F1E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937AF6-0FFC-01C7-FA0F-DBE2BEE3B4E4}"/>
              </a:ext>
            </a:extLst>
          </p:cNvPr>
          <p:cNvSpPr txBox="1"/>
          <p:nvPr/>
        </p:nvSpPr>
        <p:spPr>
          <a:xfrm>
            <a:off x="763074" y="1997838"/>
            <a:ext cx="573687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METHOD WORKFLOW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enters a search term in the browser.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browser sends a GET request to the web server.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server receives and processes the request.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server retrieves the requested information.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browser displays the search results.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080D7-F0E0-9E1E-F4C8-AB77B49B2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952" y="1997838"/>
            <a:ext cx="5133860" cy="3929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/>
        </p:nvSpPr>
        <p:spPr>
          <a:xfrm>
            <a:off x="3646582" y="692188"/>
            <a:ext cx="415336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POST </a:t>
            </a:r>
          </a:p>
        </p:txBody>
      </p:sp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829E0C1C-1748-8F86-39E0-1678008AC48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7195" y="328508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1;p13">
            <a:extLst>
              <a:ext uri="{FF2B5EF4-FFF2-40B4-BE49-F238E27FC236}">
                <a16:creationId xmlns:a16="http://schemas.microsoft.com/office/drawing/2014/main" id="{19299DCA-CB47-FCB7-BD4B-75A0C376E9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EBAC2A-D9CE-0E6C-FC91-48BB7D6619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87194" y="1971198"/>
            <a:ext cx="570880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METHOD WORKFLOW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fills out an online registration form.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browser sends a POST request containing the form data.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server checks whether the submitted information is valid.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server processes the submitted information.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browser displays a success message or an error.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07052-70DD-B6FA-9700-0E3B8E90D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971199"/>
            <a:ext cx="5570864" cy="41946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AE16DCB7-6218-B791-F3C8-CDFD9170BC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5488" y="3613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1;p13">
            <a:extLst>
              <a:ext uri="{FF2B5EF4-FFF2-40B4-BE49-F238E27FC236}">
                <a16:creationId xmlns:a16="http://schemas.microsoft.com/office/drawing/2014/main" id="{E9F86EFA-D64A-B2BA-409C-C8C0F98E0E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3355" y="36135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1;p9">
            <a:extLst>
              <a:ext uri="{FF2B5EF4-FFF2-40B4-BE49-F238E27FC236}">
                <a16:creationId xmlns:a16="http://schemas.microsoft.com/office/drawing/2014/main" id="{1F181831-E29A-605E-D0C8-979AD19C3431}"/>
              </a:ext>
            </a:extLst>
          </p:cNvPr>
          <p:cNvSpPr txBox="1"/>
          <p:nvPr/>
        </p:nvSpPr>
        <p:spPr>
          <a:xfrm>
            <a:off x="1777388" y="694254"/>
            <a:ext cx="863722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GET AND POST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0194D9D-A389-44FC-B679-D5B12EAD0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92241"/>
              </p:ext>
            </p:extLst>
          </p:nvPr>
        </p:nvGraphicFramePr>
        <p:xfrm>
          <a:off x="485488" y="1784734"/>
          <a:ext cx="11367981" cy="4902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9327">
                  <a:extLst>
                    <a:ext uri="{9D8B030D-6E8A-4147-A177-3AD203B41FA5}">
                      <a16:colId xmlns:a16="http://schemas.microsoft.com/office/drawing/2014/main" val="816267889"/>
                    </a:ext>
                  </a:extLst>
                </a:gridCol>
                <a:gridCol w="3789327">
                  <a:extLst>
                    <a:ext uri="{9D8B030D-6E8A-4147-A177-3AD203B41FA5}">
                      <a16:colId xmlns:a16="http://schemas.microsoft.com/office/drawing/2014/main" val="1814910474"/>
                    </a:ext>
                  </a:extLst>
                </a:gridCol>
                <a:gridCol w="3789327">
                  <a:extLst>
                    <a:ext uri="{9D8B030D-6E8A-4147-A177-3AD203B41FA5}">
                      <a16:colId xmlns:a16="http://schemas.microsoft.com/office/drawing/2014/main" val="1296661479"/>
                    </a:ext>
                  </a:extLst>
                </a:gridCol>
              </a:tblGrid>
              <a:tr h="350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Feature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GET Method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POST Method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607019209"/>
                  </a:ext>
                </a:extLst>
              </a:tr>
              <a:tr h="612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Purpose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Retrieves information from the server.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Submits data to the server for processing.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48050431"/>
                  </a:ext>
                </a:extLst>
              </a:tr>
              <a:tr h="612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Data Location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Usually included in the URL.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Usually included in the request body.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934196548"/>
                  </a:ext>
                </a:extLst>
              </a:tr>
              <a:tr h="612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Visibility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Query parameters are visible in the URL.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Data is not normally displayed in the URL.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491738958"/>
                  </a:ext>
                </a:extLst>
              </a:tr>
              <a:tr h="875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Bookmarking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Supports bookmarking and sharing search results.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Does not normally bookmark form submissions for resubmission.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872623309"/>
                  </a:ext>
                </a:extLst>
              </a:tr>
              <a:tr h="612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Data Size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Limited by practical URL and server limits.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Supports larger payloads, depending on server limits.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45798555"/>
                  </a:ext>
                </a:extLst>
              </a:tr>
              <a:tr h="612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Security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HTTPS protects data during transmission.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HTTPS protects data during transmission.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580651475"/>
                  </a:ext>
                </a:extLst>
              </a:tr>
              <a:tr h="612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Common Uses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Searching, filtering, and viewing web pages.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Registration, form submission, and file uploads.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20094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315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03536A25-C82A-F8F3-9DE1-5CD5216D040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571" y="3613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1;p13">
            <a:extLst>
              <a:ext uri="{FF2B5EF4-FFF2-40B4-BE49-F238E27FC236}">
                <a16:creationId xmlns:a16="http://schemas.microsoft.com/office/drawing/2014/main" id="{42C1052E-EEFF-C13B-5FAB-842D4E6E1A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2273" y="36135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1;p9">
            <a:extLst>
              <a:ext uri="{FF2B5EF4-FFF2-40B4-BE49-F238E27FC236}">
                <a16:creationId xmlns:a16="http://schemas.microsoft.com/office/drawing/2014/main" id="{7BDB2587-EBBA-3C9F-7092-2726822E4EA1}"/>
              </a:ext>
            </a:extLst>
          </p:cNvPr>
          <p:cNvSpPr txBox="1"/>
          <p:nvPr/>
        </p:nvSpPr>
        <p:spPr>
          <a:xfrm>
            <a:off x="1564725" y="522356"/>
            <a:ext cx="882451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REAL-TIME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6B1DA-C310-507F-9E20-B55BCF234986}"/>
              </a:ext>
            </a:extLst>
          </p:cNvPr>
          <p:cNvSpPr txBox="1"/>
          <p:nvPr/>
        </p:nvSpPr>
        <p:spPr>
          <a:xfrm>
            <a:off x="326571" y="1975757"/>
            <a:ext cx="115268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CONSIDERATIONS: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URL Visibility: GET query parameters may appear in browser history, bookmarks, and server logs.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Protection: POST does not automatically make submitted data secure or encrypted.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HTTPS: HTTPS protects data during transmission for both GET and POST methods.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Sensitive Information: Passwords and other sensitive information should not be placed in GET query parameters.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Server-Side Validation: Both methods require proper input validation and appropriate authentication when necessary.</a:t>
            </a:r>
          </a:p>
        </p:txBody>
      </p:sp>
    </p:spTree>
    <p:extLst>
      <p:ext uri="{BB962C8B-B14F-4D97-AF65-F5344CB8AC3E}">
        <p14:creationId xmlns:p14="http://schemas.microsoft.com/office/powerpoint/2010/main" val="383707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041AF1-5CD0-7CDA-8D8E-8A9F079F7064}"/>
              </a:ext>
            </a:extLst>
          </p:cNvPr>
          <p:cNvSpPr txBox="1"/>
          <p:nvPr/>
        </p:nvSpPr>
        <p:spPr>
          <a:xfrm>
            <a:off x="513532" y="1943398"/>
            <a:ext cx="1149885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METHOD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Searching for products on shopping websites.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Filtering products by price, brand, or category.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Viewing articles, news pages, and search results.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METHOD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Creating student accounts and registering users.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Submitting online application and contact forms.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Uploading documents and sending information for processing.</a:t>
            </a:r>
          </a:p>
        </p:txBody>
      </p:sp>
      <p:pic>
        <p:nvPicPr>
          <p:cNvPr id="13" name="Google Shape;90;p13">
            <a:extLst>
              <a:ext uri="{FF2B5EF4-FFF2-40B4-BE49-F238E27FC236}">
                <a16:creationId xmlns:a16="http://schemas.microsoft.com/office/drawing/2014/main" id="{71BC4406-4BA7-86CF-0BCC-C46B2597AA1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571" y="3613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1;p13">
            <a:extLst>
              <a:ext uri="{FF2B5EF4-FFF2-40B4-BE49-F238E27FC236}">
                <a16:creationId xmlns:a16="http://schemas.microsoft.com/office/drawing/2014/main" id="{425B0ABD-3852-E11D-F60A-193AD38ACA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2273" y="361351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1;p9">
            <a:extLst>
              <a:ext uri="{FF2B5EF4-FFF2-40B4-BE49-F238E27FC236}">
                <a16:creationId xmlns:a16="http://schemas.microsoft.com/office/drawing/2014/main" id="{EC134BBD-D1C5-F8F5-2587-D323B98CC278}"/>
              </a:ext>
            </a:extLst>
          </p:cNvPr>
          <p:cNvSpPr txBox="1"/>
          <p:nvPr/>
        </p:nvSpPr>
        <p:spPr>
          <a:xfrm>
            <a:off x="1564725" y="522356"/>
            <a:ext cx="882451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REAL-TIME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267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62" name="Google Shape;26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6102" y="2057875"/>
            <a:ext cx="7858921" cy="373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14068754-4310-B13A-3F9C-F6151325D0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4331" y="475651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1;p13">
            <a:extLst>
              <a:ext uri="{FF2B5EF4-FFF2-40B4-BE49-F238E27FC236}">
                <a16:creationId xmlns:a16="http://schemas.microsoft.com/office/drawing/2014/main" id="{7D61B46F-310D-2534-F287-6F320595E8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47555" y="32850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dsp final</Template>
  <TotalTime>492</TotalTime>
  <Words>889</Words>
  <Application>Microsoft Office PowerPoint</Application>
  <PresentationFormat>Widescreen</PresentationFormat>
  <Paragraphs>91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Sreenithi Ramesh Kumar</dc:creator>
  <cp:lastModifiedBy>krithi js</cp:lastModifiedBy>
  <cp:revision>17</cp:revision>
  <dcterms:created xsi:type="dcterms:W3CDTF">2025-12-03T17:04:49Z</dcterms:created>
  <dcterms:modified xsi:type="dcterms:W3CDTF">2026-10-25T05:49:51Z</dcterms:modified>
</cp:coreProperties>
</file>